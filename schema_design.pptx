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B76-CE05-80A9-AB70-B5D727D4C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5077F-A889-A6E9-48B6-9D1FBBD6C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89D12-141C-1458-EE84-CE3ECCFC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8F6E0-1F90-064B-2CA0-DFAAA52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DC768-7DC6-88F7-9850-863A9C85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2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C5D5-B23E-9BE0-DD0F-20374DE8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6506-E646-C69E-3132-0E6F9C761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2C125-0611-165B-F361-CF29B77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954F-9EA4-D0FF-075A-D7814876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199D-6A65-6C31-8D99-86B40A18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2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95E9-B68D-72B7-AD6D-A51471B3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9A065-6219-B441-E893-BC094DD6B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2BA3E-6C5E-2B35-9AFC-FD81E1D3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694B2-2229-E2A3-74D9-BD61DD8A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F3C27-A712-46B4-6112-7AF2142E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24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F948-54D0-DE4F-509D-BA490DBF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52463-E21E-E37F-4B04-1EB821B47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14C0A-F2EE-1108-0BE3-DAE9BC603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A3134-F7BB-DA5B-E741-7D01B57E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4F1E3-F604-E94C-F217-FFE6DA19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05CEE-00D3-B10E-CA1E-75262A60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8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9993-2059-38AC-AEF3-C88EA732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9C47A-E413-6212-8C8F-2691D8B45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4D71-F731-169D-C3E2-45794509E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BFAD2-030F-CE56-C3C0-690AA0576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4F09E-DB2B-A108-970E-F847876B5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BC8B1-D993-3596-18BA-9B2262EB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5EFB6-D94A-C91F-9F83-63C2DCAC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6ED69-BB66-94B6-F3F1-B686A79F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7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B3B7-9330-36CC-6B58-9599B213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9C16D-D2DC-1586-DF25-6F1CBD59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5BACA-B733-8756-2001-18FA8A64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595AA-0D60-791A-239E-B40A404D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68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44AA7-D135-4FB2-7BC0-4658D250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DC27F-9A39-44F5-0F20-E8F3E8C0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E24EF-1493-6788-F0E1-B7C7B4CA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5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5AA9-5595-302E-E6A4-EF042D12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CA36-37BA-F3E2-135E-DC0F53E35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E9945-EA0F-02FD-2F39-668BD3782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6D670-352E-D7EC-7D02-43EC7104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FDDDB-F146-05DF-6183-ABEA5BA2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89BAE-5E4E-D888-ACF6-98D4A519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86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1095-FCFC-9855-742C-4C77CD25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C0CE2-E8DA-6A25-1A9C-D1D1A6740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DB93D-016F-71A9-4019-DF4F8623F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72030-EF9C-E271-E2EF-67A68C21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1B07A-7EBC-2140-094C-0C7376BB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D2C86-FE92-A3ED-7E10-07879D65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3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8F2E3-6E07-A850-1A91-055027E7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4187A-5C44-2FF2-65C3-A31699F3A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F7F7-CB95-B210-2E7B-B276560E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9E20-F06B-628E-E939-4C610E4D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721D-AEA8-4492-E8E3-BEBA065E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0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ECC09-899F-6501-2FD7-3341C9137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A1058-D99D-A5A8-9623-2FDDAF0A2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87F2-34E1-C426-355D-77BE1692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5970-B6FE-4A53-B9B3-80F023C4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E1294-D58B-003B-4D8A-009A689B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85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59764-8286-6484-582F-986209FB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EF906-C3A0-FDFE-1933-55F4B5848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E147-0BAF-1807-CD8E-5F2C7778C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43274-DEDA-46D9-A821-F01FC0CF81C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5D89C-AD05-E6D7-8BB4-62791C5EE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C0718-DC19-2AAE-FB24-C539AE674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FE2E7-8934-40C8-B2D3-1AD5B1C44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96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101F54-6ED3-B23E-59EC-48FD77F16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49102"/>
              </p:ext>
            </p:extLst>
          </p:nvPr>
        </p:nvGraphicFramePr>
        <p:xfrm>
          <a:off x="978877" y="3039497"/>
          <a:ext cx="7869702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3234">
                  <a:extLst>
                    <a:ext uri="{9D8B030D-6E8A-4147-A177-3AD203B41FA5}">
                      <a16:colId xmlns:a16="http://schemas.microsoft.com/office/drawing/2014/main" val="1277038966"/>
                    </a:ext>
                  </a:extLst>
                </a:gridCol>
                <a:gridCol w="2623234">
                  <a:extLst>
                    <a:ext uri="{9D8B030D-6E8A-4147-A177-3AD203B41FA5}">
                      <a16:colId xmlns:a16="http://schemas.microsoft.com/office/drawing/2014/main" val="1859868860"/>
                    </a:ext>
                  </a:extLst>
                </a:gridCol>
                <a:gridCol w="2623234">
                  <a:extLst>
                    <a:ext uri="{9D8B030D-6E8A-4147-A177-3AD203B41FA5}">
                      <a16:colId xmlns:a16="http://schemas.microsoft.com/office/drawing/2014/main" val="358867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91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89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678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password_hash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252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 (patient, physio)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04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google_auth_id</a:t>
                      </a:r>
                      <a:r>
                        <a:rPr lang="en-IN" dirty="0"/>
                        <a:t>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921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6722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49A0AD7-B505-9D04-FA0B-9C17DCCB2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76" y="2747109"/>
            <a:ext cx="254499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13. Users (Shared Auth Table)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03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B3886E-360C-A103-DAC7-D1BB73F08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799005"/>
              </p:ext>
            </p:extLst>
          </p:nvPr>
        </p:nvGraphicFramePr>
        <p:xfrm>
          <a:off x="711591" y="976741"/>
          <a:ext cx="1051560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200960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48766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5242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334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87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user_id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Users(user_id)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84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248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50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383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license_number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92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clinic_address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219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phone_number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21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profile_picture</a:t>
                      </a:r>
                      <a:r>
                        <a:rPr lang="en-IN" dirty="0"/>
                        <a:t>    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(not sure)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 (URL)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54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841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3C282E7-78D6-AD42-90A0-466AEA7D8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91" y="692047"/>
            <a:ext cx="1665849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Physiotherapists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96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0F37B1-BA86-EDB3-6EE2-ED8A7A661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69060"/>
              </p:ext>
            </p:extLst>
          </p:nvPr>
        </p:nvGraphicFramePr>
        <p:xfrm>
          <a:off x="838199" y="328912"/>
          <a:ext cx="9867315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24140">
                  <a:extLst>
                    <a:ext uri="{9D8B030D-6E8A-4147-A177-3AD203B41FA5}">
                      <a16:colId xmlns:a16="http://schemas.microsoft.com/office/drawing/2014/main" val="877965594"/>
                    </a:ext>
                  </a:extLst>
                </a:gridCol>
                <a:gridCol w="2854070">
                  <a:extLst>
                    <a:ext uri="{9D8B030D-6E8A-4147-A177-3AD203B41FA5}">
                      <a16:colId xmlns:a16="http://schemas.microsoft.com/office/drawing/2014/main" val="2152786122"/>
                    </a:ext>
                  </a:extLst>
                </a:gridCol>
                <a:gridCol w="3289105">
                  <a:extLst>
                    <a:ext uri="{9D8B030D-6E8A-4147-A177-3AD203B41FA5}">
                      <a16:colId xmlns:a16="http://schemas.microsoft.com/office/drawing/2014/main" val="3959380032"/>
                    </a:ext>
                  </a:extLst>
                </a:gridCol>
              </a:tblGrid>
              <a:tr h="347698">
                <a:tc>
                  <a:txBody>
                    <a:bodyPr/>
                    <a:lstStyle/>
                    <a:p>
                      <a:r>
                        <a:rPr lang="en-IN" b="1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911692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/>
                        <a:t>metrics_id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653148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Physiotherapists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576500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/>
                        <a:t>active_patients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 DEFAULT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151903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/>
                        <a:t>current_streak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550140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/>
                        <a:t>next_meeting_time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35092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617157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r>
                        <a:rPr lang="en-US" dirty="0"/>
                        <a:t>Recovery progress 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(not sure)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5085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51B5A8F-DC55-404D-A94C-1B9BC807E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524"/>
            <a:ext cx="243368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Physio-Dashboard Metrics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ECDB8F-2007-BC2A-0917-FF1F24C7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51306"/>
              </p:ext>
            </p:extLst>
          </p:nvPr>
        </p:nvGraphicFramePr>
        <p:xfrm>
          <a:off x="838200" y="3634963"/>
          <a:ext cx="9487485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62495">
                  <a:extLst>
                    <a:ext uri="{9D8B030D-6E8A-4147-A177-3AD203B41FA5}">
                      <a16:colId xmlns:a16="http://schemas.microsoft.com/office/drawing/2014/main" val="4102746211"/>
                    </a:ext>
                  </a:extLst>
                </a:gridCol>
                <a:gridCol w="3162495">
                  <a:extLst>
                    <a:ext uri="{9D8B030D-6E8A-4147-A177-3AD203B41FA5}">
                      <a16:colId xmlns:a16="http://schemas.microsoft.com/office/drawing/2014/main" val="803333196"/>
                    </a:ext>
                  </a:extLst>
                </a:gridCol>
                <a:gridCol w="3162495">
                  <a:extLst>
                    <a:ext uri="{9D8B030D-6E8A-4147-A177-3AD203B41FA5}">
                      <a16:colId xmlns:a16="http://schemas.microsoft.com/office/drawing/2014/main" val="3419322055"/>
                    </a:ext>
                  </a:extLst>
                </a:gridCol>
              </a:tblGrid>
              <a:tr h="333224">
                <a:tc>
                  <a:txBody>
                    <a:bodyPr/>
                    <a:lstStyle/>
                    <a:p>
                      <a:r>
                        <a:rPr lang="en-IN" b="1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41366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 dirty="0" err="1"/>
                        <a:t>appointment_id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644582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Physiotherapists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663226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027751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/>
                        <a:t>appointment_time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084390"/>
                  </a:ext>
                </a:extLst>
              </a:tr>
              <a:tr h="583141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CHECK (requested, confirmed, cancelled, completed)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817760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/>
                        <a:t>session_link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515136"/>
                  </a:ext>
                </a:extLst>
              </a:tr>
              <a:tr h="333224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879913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4A401D40-5C12-9719-BBA9-AB78EBAE4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09" y="3361536"/>
            <a:ext cx="207381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PhysioAppointments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0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D3F140-3D7D-C978-C18B-ADE5EE43F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787468"/>
              </p:ext>
            </p:extLst>
          </p:nvPr>
        </p:nvGraphicFramePr>
        <p:xfrm>
          <a:off x="838200" y="689632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680402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012988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41010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24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history_id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05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Physiotherapists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53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2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152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last_session_date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95282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6C25D3A-1CE4-1C87-3293-34825D41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7244"/>
            <a:ext cx="2355166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PhysioPatientHistory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78655B-8B6B-ABE8-8794-396C0C94D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21229"/>
              </p:ext>
            </p:extLst>
          </p:nvPr>
        </p:nvGraphicFramePr>
        <p:xfrm>
          <a:off x="838200" y="3825292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866454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92265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67110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9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review_id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31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Physiotherapists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patient_id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155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 (1-5)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76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review_text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78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69282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28B9D75-5D67-131B-3E31-4B8C6B087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32904"/>
            <a:ext cx="177839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PatientReviews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5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9CFE88-E358-FBBB-BDAC-5EEF4C821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12842"/>
              </p:ext>
            </p:extLst>
          </p:nvPr>
        </p:nvGraphicFramePr>
        <p:xfrm>
          <a:off x="416170" y="1103349"/>
          <a:ext cx="1051560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927115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84916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35568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76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85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Users(user_id)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206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0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48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31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68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phone_number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8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profile_picture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 (URL)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134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50949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C44E6B6-15CA-2CA7-3B8D-89C997618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70" y="810961"/>
            <a:ext cx="1173479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Patients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7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AF8F21-EFD4-E662-E93D-0EFD9FCB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948418"/>
              </p:ext>
            </p:extLst>
          </p:nvPr>
        </p:nvGraphicFramePr>
        <p:xfrm>
          <a:off x="683456" y="470304"/>
          <a:ext cx="8952915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4305">
                  <a:extLst>
                    <a:ext uri="{9D8B030D-6E8A-4147-A177-3AD203B41FA5}">
                      <a16:colId xmlns:a16="http://schemas.microsoft.com/office/drawing/2014/main" val="2677181291"/>
                    </a:ext>
                  </a:extLst>
                </a:gridCol>
                <a:gridCol w="2984305">
                  <a:extLst>
                    <a:ext uri="{9D8B030D-6E8A-4147-A177-3AD203B41FA5}">
                      <a16:colId xmlns:a16="http://schemas.microsoft.com/office/drawing/2014/main" val="2973415958"/>
                    </a:ext>
                  </a:extLst>
                </a:gridCol>
                <a:gridCol w="2984305">
                  <a:extLst>
                    <a:ext uri="{9D8B030D-6E8A-4147-A177-3AD203B41FA5}">
                      <a16:colId xmlns:a16="http://schemas.microsoft.com/office/drawing/2014/main" val="279112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371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metrics_id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37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patient_id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8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exercise_progress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%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451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current_streak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# of consecutive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74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next_meeting_time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841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adherence_rate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DECIMAL(5,2)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Placeholder (AI-fed)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729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03498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FBD01A7-3328-61C8-63CC-F095F07E0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55" y="177916"/>
            <a:ext cx="277719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PatientDashboardMetrics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273FBA-ABC9-4455-F6A9-072831E89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076368"/>
              </p:ext>
            </p:extLst>
          </p:nvPr>
        </p:nvGraphicFramePr>
        <p:xfrm>
          <a:off x="683455" y="3840637"/>
          <a:ext cx="10219008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06336">
                  <a:extLst>
                    <a:ext uri="{9D8B030D-6E8A-4147-A177-3AD203B41FA5}">
                      <a16:colId xmlns:a16="http://schemas.microsoft.com/office/drawing/2014/main" val="840311249"/>
                    </a:ext>
                  </a:extLst>
                </a:gridCol>
                <a:gridCol w="3406336">
                  <a:extLst>
                    <a:ext uri="{9D8B030D-6E8A-4147-A177-3AD203B41FA5}">
                      <a16:colId xmlns:a16="http://schemas.microsoft.com/office/drawing/2014/main" val="948583623"/>
                    </a:ext>
                  </a:extLst>
                </a:gridCol>
                <a:gridCol w="3406336">
                  <a:extLst>
                    <a:ext uri="{9D8B030D-6E8A-4147-A177-3AD203B41FA5}">
                      <a16:colId xmlns:a16="http://schemas.microsoft.com/office/drawing/2014/main" val="3831472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89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track_id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38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patient_id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4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89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exercise_done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76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pain_level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 (0-10)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758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accuracy_score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Placeholder (AI-fed)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042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42139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F9E206FF-8BEB-868B-2E6E-1030B3CAC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55" y="3548249"/>
            <a:ext cx="1826455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ExerciseTracking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94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FA8DA6-669D-BEE7-D8C0-C81A95D15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18517"/>
              </p:ext>
            </p:extLst>
          </p:nvPr>
        </p:nvGraphicFramePr>
        <p:xfrm>
          <a:off x="683456" y="553996"/>
          <a:ext cx="9121725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40575">
                  <a:extLst>
                    <a:ext uri="{9D8B030D-6E8A-4147-A177-3AD203B41FA5}">
                      <a16:colId xmlns:a16="http://schemas.microsoft.com/office/drawing/2014/main" val="2955840074"/>
                    </a:ext>
                  </a:extLst>
                </a:gridCol>
                <a:gridCol w="3040575">
                  <a:extLst>
                    <a:ext uri="{9D8B030D-6E8A-4147-A177-3AD203B41FA5}">
                      <a16:colId xmlns:a16="http://schemas.microsoft.com/office/drawing/2014/main" val="1828393119"/>
                    </a:ext>
                  </a:extLst>
                </a:gridCol>
                <a:gridCol w="3040575">
                  <a:extLst>
                    <a:ext uri="{9D8B030D-6E8A-4147-A177-3AD203B41FA5}">
                      <a16:colId xmlns:a16="http://schemas.microsoft.com/office/drawing/2014/main" val="2659134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20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plan_id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558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25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physio_id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Physiotherapists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16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start_date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59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end_date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091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progress_percent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Derived or updated regularly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63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62645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BEC8FB2-BA6F-3310-5DC9-ED2753F07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56" y="261608"/>
            <a:ext cx="1614994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TreatmentPlans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6EB900-3FA2-788E-556B-981CEE509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35593"/>
              </p:ext>
            </p:extLst>
          </p:nvPr>
        </p:nvGraphicFramePr>
        <p:xfrm>
          <a:off x="683456" y="3918658"/>
          <a:ext cx="8559018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53006">
                  <a:extLst>
                    <a:ext uri="{9D8B030D-6E8A-4147-A177-3AD203B41FA5}">
                      <a16:colId xmlns:a16="http://schemas.microsoft.com/office/drawing/2014/main" val="4028700089"/>
                    </a:ext>
                  </a:extLst>
                </a:gridCol>
                <a:gridCol w="2853006">
                  <a:extLst>
                    <a:ext uri="{9D8B030D-6E8A-4147-A177-3AD203B41FA5}">
                      <a16:colId xmlns:a16="http://schemas.microsoft.com/office/drawing/2014/main" val="1337846974"/>
                    </a:ext>
                  </a:extLst>
                </a:gridCol>
                <a:gridCol w="2853006">
                  <a:extLst>
                    <a:ext uri="{9D8B030D-6E8A-4147-A177-3AD203B41FA5}">
                      <a16:colId xmlns:a16="http://schemas.microsoft.com/office/drawing/2014/main" val="3820253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198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progress_id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03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plan_id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TreatmentPlans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712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day_number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56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(completed, skipped, missed)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393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pain_level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 (0–10)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5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944956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A2D3E4B-D053-CFD0-08DE-7E13AC755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56" y="3626270"/>
            <a:ext cx="198528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TreatmentProgress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AE27B0-D129-99B4-821A-BE0E1F009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097347"/>
              </p:ext>
            </p:extLst>
          </p:nvPr>
        </p:nvGraphicFramePr>
        <p:xfrm>
          <a:off x="978877" y="123444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07054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43894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9498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16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notification_id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568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patient_id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41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3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read_status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67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90829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28CB2EB-72DF-7F6C-2CBC-12B013AF7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77" y="942052"/>
            <a:ext cx="2026965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PatientNotifications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070AB1-D25F-42F7-93DF-DDEF0C888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066042"/>
              </p:ext>
            </p:extLst>
          </p:nvPr>
        </p:nvGraphicFramePr>
        <p:xfrm>
          <a:off x="978877" y="4266663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29651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488749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0465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77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message_id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03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791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receiver_id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FK →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496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402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sent_at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now()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10720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C8D0AA8-486B-BC4D-540C-997E812D1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77" y="3906267"/>
            <a:ext cx="1635384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12.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ChatMessages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90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669</Words>
  <Application>Microsoft Office PowerPoint</Application>
  <PresentationFormat>Widescreen</PresentationFormat>
  <Paragraphs>311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Machnaim</dc:creator>
  <cp:lastModifiedBy>Dave Machnaim</cp:lastModifiedBy>
  <cp:revision>3</cp:revision>
  <dcterms:created xsi:type="dcterms:W3CDTF">2025-04-19T03:51:33Z</dcterms:created>
  <dcterms:modified xsi:type="dcterms:W3CDTF">2025-04-19T06:07:02Z</dcterms:modified>
</cp:coreProperties>
</file>